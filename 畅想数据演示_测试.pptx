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26376;&#24230;&#25968;&#25454;&#36235;&#21183;&#23545;&#27604;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微软雅黑"/>
              </a:defRPr>
            </a:pPr>
            <a:r>
              <a:t>月度销售额及毛利率趋势对比</a:t>
            </a:r>
          </a:p>
          <a:p>
            <a:pPr>
              <a:defRPr sz="1400">
                <a:solidFill>
                  <a:srgbClr val="94A3B8"/>
                </a:solidFill>
                <a:latin typeface="微软雅黑"/>
              </a:defRPr>
            </a:pPr>
            <a:r>
              <a:t>双击或放映时点击下方图表区域，即可离线全屏运行交互式大盘图表。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2286000" y="2560320"/>
            <a:ext cx="7619695" cy="3200400"/>
          </a:xfrm>
          <a:prstGeom prst="rect">
            <a:avLst/>
          </a:prstGeom>
          <a:solidFill>
            <a:srgbClr val="0F172A"/>
          </a:solidFill>
          <a:ln w="381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8FAFC"/>
                </a:solidFill>
                <a:latin typeface="微软雅黑"/>
              </a:defRPr>
            </a:pPr>
            <a:br/>
            <a:br/>
            <a:r>
              <a:t>📊 点击此处进入全屏交互演示</a:t>
            </a:r>
          </a:p>
          <a:p>
            <a:pPr algn="l">
              <a:defRPr sz="1200">
                <a:solidFill>
                  <a:srgbClr val="94A3B8"/>
                </a:solidFill>
                <a:latin typeface="微软雅黑"/>
              </a:defRPr>
            </a:pPr>
            <a:r>
              <a:t>( 100% 离线免插件运行 · 支持分公司下钻切换与悬停数据气泡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